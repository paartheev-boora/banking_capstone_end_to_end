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E525-3C65-2BD8-D790-3C07B9A69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A6F60-D67B-ADC3-7C40-3EA73EF63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1DB8-8925-C4A4-5D50-BB6D90CE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30E54-06AE-0C0A-5521-CDA12887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04914-1EB5-0354-9BF5-64FA53D0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7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D9DE-0ED0-A8D3-5B55-BE692B33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7F01-1BC9-3EB6-0596-CB205589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97536-9602-6BB4-9F99-C7FB70E1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B22E7-2711-DCED-8E93-BAA2590B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8C6D-FACD-2A4D-2995-82F5F529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61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07EA-AD07-AD46-66E3-BE850DBC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D4E0E-E41F-77DB-E8E6-89555FE7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0A6BA-77AE-0CBC-8B4A-1A6CE7AA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E1EEC-BBDA-8520-DE97-7F257263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A3726-EC8B-3B15-4C22-E2EDB6E8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1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CD4B-0F8B-D875-0FEB-19E52113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8752-1DB3-291C-7A9D-E04C6CA70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16C33-A239-B05A-C321-C60C9BE31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97B2E-BB2A-8060-631A-F191B57F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69E59-FDA5-7EE7-1822-939F1C58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6FA64-15EA-78C5-70DB-40C3F853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8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1B97-35AC-33C8-605C-744412AF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2FED6-8FB0-2010-230C-7E037648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2AFE4-0B55-1486-545B-57EDFFD46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A8B6D-FB47-5E9D-DC12-6D9B68A3E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440AF-70A8-4E27-43FF-0CD00F106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478946-68C1-6ADF-3BA5-A9B54617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7CDCE-D71A-A9FA-1010-13D69AA5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CB02B-6088-6C44-F26B-A6B2E2F5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9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40C-A93D-66EE-79BE-B4923A34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CC287-1047-37D0-D8A5-53BE1E26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ACF76-4919-FBAE-C645-E124AE73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A839-E637-8170-1665-F46A802E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98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C2723-C3DB-FB2B-53E5-DAA3438A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32F1A-C87C-3A05-184A-03F1CE43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44128-20A2-0EA7-56AA-34FF0FCE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8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6CF6-BDBA-738C-2FCB-583EE626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6F78-FA6B-DFF6-FA59-1072A838B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0988D-8EF5-9643-AED4-9FE65BEE2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39ECC-61E8-10EC-81D5-4E23D10C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1BBD8-6100-2ABF-9952-16F950F6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2A4D5-304D-83EE-D2F3-2811B821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33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2760-6068-B49C-2F45-F2D70B77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61873-3B2E-3816-CD03-FD551B3BF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88062-F0C6-A8AC-45E0-96197E1B6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01F51-576C-B0D9-35C9-230AA71E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37BC2-4393-118A-16FB-A17CBA54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F8661-983B-5F97-4AE0-57114D49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64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6D52-6463-4365-463A-6054E4DE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12719-861D-3E9D-D00C-DF2215C97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9D203-708F-1358-595B-08EBCF70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71CD1-4CB2-8D28-EA91-A2463453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B9AFC-006A-D4A2-1F51-73C156D0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51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DE2E7-183E-8225-EFD7-EB3BFB14E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1144F-F9C0-6191-F74C-E2C4A61EF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FC8D-D6E3-E8F2-45A5-E3DD8029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6C961-07FD-FE02-7FA2-D057B71D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4CC6C-1B0F-8C9B-456A-5751E8B3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9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DD196B-4D85-786A-39C1-C9DB2548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BE03A-EF9A-CF94-1F59-F9758083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58F4-33B1-5F84-5E0B-38B2A37E5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443B6-0BAC-4A40-9609-1CA20A244E6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9688D-B8FF-5CC6-8B9D-B852ABAC3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D287-41E1-78FA-F59E-B3E44014A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521B1-9A20-45D0-B9B0-8A8A77E5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45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8D14A-9B30-4A81-98D8-FBFC10E57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371048"/>
            <a:ext cx="10907647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2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4EB0D-8D0B-7CAD-3792-F7340F55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6" y="385337"/>
            <a:ext cx="1087906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A7B52-8248-C6B1-3444-0D7DFC24E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332943"/>
            <a:ext cx="10907647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63350-9D33-0FF9-9354-A3FE8B5A9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6" y="347232"/>
            <a:ext cx="10879068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6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C8295-0705-508E-2A54-D0837552F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04" y="0"/>
            <a:ext cx="12200903" cy="68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1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4F239-6426-D2BE-9AE9-7B7BF6CD5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351995"/>
            <a:ext cx="10869542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8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01C71-564D-8BA9-8C56-CCE6D0C7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334"/>
            <a:ext cx="12192000" cy="689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5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31528E-B5AB-35AA-CF2D-B79044BEC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356759"/>
            <a:ext cx="10840963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2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D9DCD-B2C9-17D1-CC16-5EB73BCF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356759"/>
            <a:ext cx="10898121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2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charithacherry0720@gmail.com</dc:creator>
  <cp:lastModifiedBy>charithacherry0720@gmail.com</cp:lastModifiedBy>
  <cp:revision>1</cp:revision>
  <dcterms:created xsi:type="dcterms:W3CDTF">2025-12-10T17:30:01Z</dcterms:created>
  <dcterms:modified xsi:type="dcterms:W3CDTF">2025-12-10T17:55:32Z</dcterms:modified>
</cp:coreProperties>
</file>